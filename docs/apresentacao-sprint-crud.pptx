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Abertura
NA TELA:
- Slide de capa e slide do Sprint Goal
- GitHub: milestone “Sprint — CRUD Câmeras e Regras” (2 features + 6 tasks)
- Abrir a issue #52 mostrando história de usuário e critérios Dado/Quando/Então
FALA:
Olá! Eu sou o Yan Martins e este é o VisionHub AI, que analisa as gravações das câmeras de condomínio com visão computacional. Nesta sprint entreguei dois CRUDs que se relacionam: Câmeras e Regras de monitoramento, já que cada câmera tem as suas regras. No GitHub está a milestone da sprint, com duas issues de feature, cada uma escrita como história de usuário com critérios de aceitação, e seis issues de task para o banco, o back-end e o front-end.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Abertura
NA TELA:
- Slide de capa e slide do Sprint Goal
- GitHub: milestone “Sprint — CRUD Câmeras e Regras” (2 features + 6 tasks)
- Abrir a issue #52 mostrando história de usuário e critérios Dado/Quando/Então
FALA:
Olá! Eu sou o Yan Martins e este é o VisionHub AI, que analisa as gravações das câmeras de condomínio com visão computacional. Nesta sprint entreguei dois CRUDs que se relacionam: Câmeras e Regras de monitoramento, já que cada câmera tem as suas regras. No GitHub está a milestone da sprint, com duas issues de feature, cada uma escrita como história de usuário com critérios de aceitação, e seis issues de task para o banco, o back-end e o front-end.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Abertura
NA TELA:
- Slide de capa e slide do Sprint Goal
- GitHub: milestone “Sprint — CRUD Câmeras e Regras” (2 features + 6 tasks)
- Abrir a issue #52 mostrando história de usuário e critérios Dado/Quando/Então
FALA:
Olá! Eu sou o Yan Martins e este é o VisionHub AI, que analisa as gravações das câmeras de condomínio com visão computacional. Nesta sprint entreguei dois CRUDs que se relacionam: Câmeras e Regras de monitoramento, já que cada câmera tem as suas regras. No GitHub está a milestone da sprint, com duas issues de feature, cada uma escrita como história de usuário com critérios de aceitação, e seis issues de task para o banco, o back-end e o front-end.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[0:30–1:15] Banco relacional
NA TELA:
- Slide do modelo de dados
- backend/prisma/schema.prisma: models Camera e Rule
- Pasta backend/prisma/migrations
FALA:
Começando pelo banco, que é PostgreSQL acessado pelo Prisma. A tabela Camera guarda nome, localização e se está ativa. A tabela Rule tem o cameraId, que é a chave estrangeira para a câmera, o tipo de evento, o tempo-limite e se está ativa. Então uma câmera tem várias regras e cada regra pertence a uma câmera. Além disso, existe um índice único em câmera mais tipo de evento: cada câmera só pode ter uma regra de portão aberto, por exemplo. Essas tabelas foram criadas por migrations do Prisma.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[1:15–2:15] Demo — CRUD de Câmeras
NA TELA:
- Tela Câmeras: clicar em “Cadastrar” com campos vazios → mensagem de erro
- Cadastrar “Portão principal” / “Entrada da garagem” → aparece na tabela
- “Editar” → mudar a localização → salvar
- “Desativar” e depois “Reativar”
FALA:
Agora a aplicação. Na tela de câmeras, se eu tento cadastrar sem preencher, a API devolve 400 e a tela mostra o erro. Preenchendo nome e localização, a câmera é criada como ativa e aparece na lista: esse é o Create e o Read. Pelo botão Editar eu altero a localização, que é o Update. O Delete aqui é uma exclusão lógica: eu desativo a câmera, e ela deixa de ser monitorada, mas o histórico de gravações e eventos ligados a ela continua no banco. Se precisar, é só reativar.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[2:15–3:30] Demo — CRUD de Regras
NA TELA:
- Na tabela de câmeras: “Regras e áreas” da câmera criada
- “Adicionar monitoramento” → Portão aberto → tempo 5 min → Revisão → “Concluir”
- Lista: frase “Avisar quando o portão ficar aberto por mais de 5 min.”
- Interruptor Desativar/Ativar → “Editar” → mudar para 10 min
- Lixeira → confirmar → regra removida
FALA:
Cada câmera tem o botão Regras e áreas, que leva para as regras dessa câmera: aqui aparece o relacionamento. Em Adicionar monitoramento, um assistente pergunta o que monitorar. Escolho portão aberto, informo cinco minutos, reviso e concluo: a regra foi criada e aparece na lista como uma frase em português. O interruptor desativa e ativa a regra na hora, e o Editar permite mudar o tempo para dez minutos. Os dois casos são Update. Por fim, a lixeira exclui a regra, depois de uma confirmação. Esse é o Delete, e as áreas marcadas na câmera continuam salvas.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[3:30–4:30] Explicação do código
NA TELA:
- backend/src/routes/main.ts: rotas de câmeras e regras com requireAuth + requireManager
- controllers/camera.controller.ts: validação zod → 400
- services/camera.service.ts: create, update, deactivate; 404 se não existir
- controllers/rule.controller.ts + schemas/upsert-rule-schema.ts: tempo-limite conforme o tipo
- services/rule.service.ts: upsert com chave cameraId_eventType; deleteRule; recalcula eventos
- frontend: CamerasTable.tsx (PATCH) e MonitoringList.tsx (PUT / DELETE)
FALA:
No código, os dois CRUDs seguem o mesmo padrão: rota, controller e service. As rotas exigem login e perfil de gestor. O controller valida o corpo com zod e devolve 400 se estiver errado. O service fala com o banco pelo Prisma e devolve 404 quando a câmera não existe. Nas regras, a validação muda conforme o tipo, porque portão aberto exige tempo-limite e criança correndo não aceita. O service faz um upsert usando a chave composta câmera mais tipo: a mesma rota cria ou atualiza. Depois de salvar ou excluir, ele recalcula os eventos dos lotes recentes, sem reprocessar vídeo. No front, a tabela de câmeras e a lista de regras chamam essas rotas com o apiFetch.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(não precisa aparecer): ordem e tempo de cada bloco. Fala completa no roteiro .docx e nas anotações dos outros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[4:30–5:00] Encerramento
NA TELA:
- GitHub: milestone com as tasks fechadas
- docs/documento-requisitos-ageis.md: links das features nas US30 e US09
- Slide final
FALA:
Para fechar: os dois CRUDs estão completos no front, no back e no banco, e se relacionam pela chave estrangeira da regra para a câmera. As tasks estão fechadas no GitHub, ligadas aos commits, e o documento de requisitos traz o link de cada história de usuário.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nmartinss/visionhub-ai/milestone/3" TargetMode="External"/><Relationship Id="rId3" Type="http://schemas.openxmlformats.org/officeDocument/2006/relationships/hyperlink" Target="https://github.com/yanmartinss/visionhub-ai/issues/52" TargetMode="External"/><Relationship Id="rId4" Type="http://schemas.openxmlformats.org/officeDocument/2006/relationships/hyperlink" Target="https://github.com/yanmartinss/visionhub-ai/issues/53" TargetMode="External"/><Relationship Id="rId1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8997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Câmeras × Regras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VisionHub AI · front-end, back-end e banco relacional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câmera tem N regras de monitoramento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Martins de Sousa  ·  APS — Prof. Carlos Henrique Leitão  ·  05/10/2026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 e issues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3770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até 05/10/2026 dois CRUDs relacionados do VisionHub AI — Câmeras e Regras de monitoramento (uma câmera tem N regras) — com front-end, back-end e banco relacional (PostgreSQL/Prisma), documentados por histórias de usuário e tasks.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05/10/2026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005840"/>
            <a:ext cx="4434840" cy="384048"/>
          </a:xfrm>
          <a:prstGeom prst="roundRect">
            <a:avLst>
              <a:gd name="adj" fmla="val 11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43400" y="1005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005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1005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Câmeras (história de usuário)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36992" y="107899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36992" y="10789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51960" y="1463040"/>
            <a:ext cx="4434840" cy="384048"/>
          </a:xfrm>
          <a:prstGeom prst="roundRect">
            <a:avLst>
              <a:gd name="adj" fmla="val 11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43400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14630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1463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Regras de monitoramento (história de usuário)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36992" y="153619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36992" y="15361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251960" y="1920240"/>
            <a:ext cx="4434840" cy="384048"/>
          </a:xfrm>
          <a:prstGeom prst="roundRect">
            <a:avLst>
              <a:gd name="adj" fmla="val 11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43400" y="1920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800600" y="1920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349240" y="1920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Banco: tabelas Camera e Rule (1:N) e migrations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936992" y="199339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36992" y="19933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251960" y="2377440"/>
            <a:ext cx="4434840" cy="384048"/>
          </a:xfrm>
          <a:prstGeom prst="roundRect">
            <a:avLst>
              <a:gd name="adj" fmla="val 11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43400" y="2377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800600" y="23774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349240" y="2377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API REST de câmeras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36992" y="245059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36992" y="24505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251960" y="2834640"/>
            <a:ext cx="4434840" cy="384048"/>
          </a:xfrm>
          <a:prstGeom prst="roundRect">
            <a:avLst>
              <a:gd name="adj" fmla="val 11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34340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#56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4800600" y="28346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349240" y="2834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tela de câmeras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936992" y="290779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936992" y="29077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251960" y="3291840"/>
            <a:ext cx="4434840" cy="384048"/>
          </a:xfrm>
          <a:prstGeom prst="roundRect">
            <a:avLst>
              <a:gd name="adj" fmla="val 11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3291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#57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800600" y="3291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5349240" y="3291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API de regras por câmera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936992" y="336499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936992" y="33649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251960" y="3749040"/>
            <a:ext cx="4434840" cy="384048"/>
          </a:xfrm>
          <a:prstGeom prst="roundRect">
            <a:avLst>
              <a:gd name="adj" fmla="val 11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343400" y="3749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#58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800600" y="37490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5349240" y="3749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lista e assistente de regras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936992" y="382219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936992" y="38221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251960" y="4206240"/>
            <a:ext cx="4434840" cy="384048"/>
          </a:xfrm>
          <a:prstGeom prst="roundRect">
            <a:avLst>
              <a:gd name="adj" fmla="val 11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343400" y="4206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#59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4800600" y="4206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5349240" y="4206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Documentação, roteiro e apresentação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36992" y="427939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936992" y="42793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Histórias de usuário (features)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548640" cy="54864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3313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#52  </a:t>
            </a:r>
            <a:pPr indent="0" marL="0">
              <a:buNone/>
            </a:pPr>
            <a:r>
              <a:rPr lang="en-US" sz="1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de Câmeras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síndico (perfil gestor),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cadastrar, consultar, editar e desativar as câmeras do condomínio,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quais câmeras o VisionHub AI monitora e manter o cadastro igual à instalação real.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188720"/>
            <a:ext cx="548640" cy="54864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3313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188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#53  </a:t>
            </a:r>
            <a:pPr indent="0" marL="0">
              <a:buNone/>
            </a:pPr>
            <a:r>
              <a:rPr lang="en-US" sz="1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de Regras de monitoramento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202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síndico (perfil gestor),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consultar, editar, ativar/desativar e excluir regras de cada câmera (ex.: portão aberto por mais de 5 min),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sistema gere eventos só para as situações que importam no meu condomínio.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traz critérios de aceitação no formato Dado / Quando / Então (ex.: “Dado uma câmera cadastrada, quando excluo a regra, então ela some da lista e as áreas são mantidas”).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relacional (PostgreSQL): Camera 1–N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66420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32918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972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25237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referenceImagePath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 · updatedAt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2743200" cy="166420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097280"/>
            <a:ext cx="2743200" cy="32918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10972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1481328"/>
            <a:ext cx="25237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cameraId  FK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eventType (enum)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timeLimitSeconds?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 · updatedAt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1371600" cy="0"/>
          </a:xfrm>
          <a:prstGeom prst="line">
            <a:avLst/>
          </a:prstGeom>
          <a:noFill/>
          <a:ln w="19050">
            <a:solidFill>
              <a:srgbClr val="1B2A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83280"/>
            <a:ext cx="411480" cy="4114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5" y="3490265"/>
            <a:ext cx="197510" cy="19751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97280" y="33558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Chave estrangeira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81304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Rule.cameraId → Camera.id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46120" y="32461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3280" y="3383280"/>
            <a:ext cx="411480" cy="4114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265" y="3490265"/>
            <a:ext cx="197510" cy="19751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886200" y="33558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único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383280" y="381304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(cameraId, eventType): uma regra por tipo em cada câmera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035040" y="32461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172200" y="3383280"/>
            <a:ext cx="411480" cy="4114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185" y="3490265"/>
            <a:ext cx="197510" cy="19751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675120" y="33558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Migrations Prisma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172200" y="381304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add_domain_models · event_area_types_and_rule_unique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de Câmeras  ·  #52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00200" y="1298448"/>
            <a:ext cx="777240" cy="283464"/>
          </a:xfrm>
          <a:prstGeom prst="roundRect">
            <a:avLst>
              <a:gd name="adj" fmla="val 161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0200" y="12984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97280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/api/cameras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“Cadastrar” (nome, localização) → 201; em branco → 400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7672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00200" y="2194560"/>
            <a:ext cx="777240" cy="283464"/>
          </a:xfrm>
          <a:prstGeom prst="roundRect">
            <a:avLst>
              <a:gd name="adj" fmla="val 16129"/>
            </a:avLst>
          </a:prstGeom>
          <a:solidFill>
            <a:srgbClr val="2F6FA8"/>
          </a:solidFill>
          <a:ln w="12700">
            <a:solidFill>
              <a:srgbClr val="2F6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0200" y="219456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99339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/api/cameras · /api/cameras/:id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nome, localização e situação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843784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00200" y="3090672"/>
            <a:ext cx="777240" cy="283464"/>
          </a:xfrm>
          <a:prstGeom prst="roundRect">
            <a:avLst>
              <a:gd name="adj" fmla="val 1612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00200" y="309067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889504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/api/cameras/:id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“Editar” abre o modal → 200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3989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739896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00200" y="3986784"/>
            <a:ext cx="777240" cy="283464"/>
          </a:xfrm>
          <a:prstGeom prst="roundRect">
            <a:avLst>
              <a:gd name="adj" fmla="val 1612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00200" y="398678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785616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/api/cameras/:id/deactivate · /reactivate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“Desativar”/“Reativar”: exclusão lógica, preserva gravações e eventos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de Regras  ·  #53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00200" y="1298448"/>
            <a:ext cx="777240" cy="283464"/>
          </a:xfrm>
          <a:prstGeom prst="roundRect">
            <a:avLst>
              <a:gd name="adj" fmla="val 1612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0200" y="12984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97280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/api/cameras/:id/rules/:eventType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Assistente: O que monitorar → Onde → Tempo → Revisão → “Concluir”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7672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00200" y="2194560"/>
            <a:ext cx="777240" cy="283464"/>
          </a:xfrm>
          <a:prstGeom prst="roundRect">
            <a:avLst>
              <a:gd name="adj" fmla="val 16129"/>
            </a:avLst>
          </a:prstGeom>
          <a:solidFill>
            <a:srgbClr val="2F6FA8"/>
          </a:solidFill>
          <a:ln w="12700">
            <a:solidFill>
              <a:srgbClr val="2F6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0200" y="219456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99339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/api/cameras/:id/rules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 a regra em frase e aviso se falta área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843784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00200" y="3090672"/>
            <a:ext cx="777240" cy="283464"/>
          </a:xfrm>
          <a:prstGeom prst="roundRect">
            <a:avLst>
              <a:gd name="adj" fmla="val 1612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00200" y="309067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889504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/api/cameras/:id/rules/:eventType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“Editar” (tipo travado) e interruptor Ativar/Desativar — upsert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3989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739896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00200" y="3986784"/>
            <a:ext cx="777240" cy="283464"/>
          </a:xfrm>
          <a:prstGeom prst="roundRect">
            <a:avLst>
              <a:gd name="adj" fmla="val 16129"/>
            </a:avLst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00200" y="398678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785616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/api/cameras/:id/rules/:eventType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Lixeira com confirmação → 204; áreas da câmera são mantidas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Rota → Controller → Service → Prisma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024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routes/main.ts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+ requireManager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/cameras e /cameras/:id/rules aninhadas na câmera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1143000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024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 / rule.controller.ts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82880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→ 400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tempo-limite exigido ou proibido conforme o tipo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33872" y="1143000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024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 / rule.service.ts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82880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inexistente → 404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pela chave cameraId_eventType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eventos ao salvar/excluir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(React)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CamerasPage.tsx · CamerasTable.tsx   </a:t>
            </a:r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GET / PATCH (editar, desativar, reativar) via apiFetch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CameraRulesPage · MonitoringList · RuleWizard   </a:t>
            </a:r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das regras; PUT ao concluir/alternar; DELETE na lixeira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apresentação · 5 min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7772400" cy="0"/>
          </a:xfrm>
          <a:prstGeom prst="line">
            <a:avLst/>
          </a:prstGeom>
          <a:noFill/>
          <a:ln w="25400">
            <a:solidFill>
              <a:srgbClr val="C9D3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298448" cy="2377440"/>
          </a:xfrm>
          <a:prstGeom prst="roundRect">
            <a:avLst>
              <a:gd name="adj" fmla="val 422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0:00–0:30</a:t>
            </a:r>
            <a:endParaRPr lang="en-US" sz="10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Goal, milestone e as duas histórias de usuário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92808" y="109728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9280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47088" y="1783080"/>
            <a:ext cx="1298448" cy="2377440"/>
          </a:xfrm>
          <a:prstGeom prst="roundRect">
            <a:avLst>
              <a:gd name="adj" fmla="val 422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38528" y="187452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0:30–1:15</a:t>
            </a:r>
            <a:endParaRPr lang="en-US" sz="10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1–N Rule no Prisma, índice único e migrations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82696" y="109728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8269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36976" y="1783080"/>
            <a:ext cx="1298448" cy="2377440"/>
          </a:xfrm>
          <a:prstGeom prst="roundRect">
            <a:avLst>
              <a:gd name="adj" fmla="val 422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28416" y="187452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1:15–2:15</a:t>
            </a:r>
            <a:endParaRPr lang="en-US" sz="10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CRUD de Câmeras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Cadastrar, erro de validação, listar, editar, desativar e reativar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72584" y="109728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26864" y="1783080"/>
            <a:ext cx="1298448" cy="2377440"/>
          </a:xfrm>
          <a:prstGeom prst="roundRect">
            <a:avLst>
              <a:gd name="adj" fmla="val 422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18304" y="187452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2:15–3:30</a:t>
            </a:r>
            <a:endParaRPr lang="en-US" sz="10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CRUD de Regras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pelo assistente, listar, desativar, editar tempo e excluir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62472" y="109728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247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16752" y="1783080"/>
            <a:ext cx="1298448" cy="2377440"/>
          </a:xfrm>
          <a:prstGeom prst="roundRect">
            <a:avLst>
              <a:gd name="adj" fmla="val 422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08192" y="187452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3:30–4:30</a:t>
            </a:r>
            <a:endParaRPr lang="en-US" sz="10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do código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→ Controller → Service → Prisma nos dois CRUDs e chamadas do front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52360" y="109728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06640" y="1783080"/>
            <a:ext cx="1298448" cy="2377440"/>
          </a:xfrm>
          <a:prstGeom prst="roundRect">
            <a:avLst>
              <a:gd name="adj" fmla="val 422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187452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4:30–5:00</a:t>
            </a:r>
            <a:endParaRPr lang="en-US" sz="10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fechadas e documento de requisitos com os links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01315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da sprint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github.com/yanmartinss/visionhub-ai/milestone/3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#52 CRUD de Câmeras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#53 CRUD de Regras de monitoramento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VisionHub AI — Sprint CRUD Câmeras e Regras</dc:title>
  <dc:subject>PptxGenJS Presentation</dc:subject>
  <dc:creator>Yan Martins de Sousa</dc:creator>
  <cp:lastModifiedBy>Yan Martins de Sousa</cp:lastModifiedBy>
  <cp:revision>1</cp:revision>
  <dcterms:created xsi:type="dcterms:W3CDTF">2026-10-05T00:36:02Z</dcterms:created>
  <dcterms:modified xsi:type="dcterms:W3CDTF">2026-10-05T00:36:02Z</dcterms:modified>
</cp:coreProperties>
</file>