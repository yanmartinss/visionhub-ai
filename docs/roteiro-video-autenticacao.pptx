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Abertura
NA TELA:
- Slide de capa
- GitHub: milestone “Sprint — Sistema de Autenticação” com Sprint Goal, prazo e issues #47–#51
FALA:
Olá! Eu sou o Yan Martins e este é o VisionHub AI, uma plataforma que analisa as gravações das câmeras de condomínio com visão computacional e IA. Nesta sprint, o objetivo foi entregar o sistema de autenticação: o registro de usuários e o login, tratando os casos de sucesso e de erro. Aqui no GitHub está a milestone da sprint, com o Sprint Goal, a data de entrega e as issues que organizaram 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Abertura
NA TELA:
- Slide de capa
- GitHub: milestone “Sprint — Sistema de Autenticação” com Sprint Goal, prazo e issues #47–#51
FALA:
Olá! Eu sou o Yan Martins e este é o VisionHub AI, uma plataforma que analisa as gravações das câmeras de condomínio com visão computacional e IA. Nesta sprint, o objetivo foi entregar o sistema de autenticação: o registro de usuários e o login, tratando os casos de sucesso e de erro. Aqui no GitHub está a milestone da sprint, com o Sprint Goal, a data de entrega e as issues que organizaram o trabalho.
(#51 é fechada ao publicar os roteiros/vídeo.)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para a gravação (não precisa aparecer no vídeo): ordem e tempo de cada bloco. Roteiro completo, com a fala, no .docx e nas anotações dos outros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[0:30–1:30] Demo — registro
NA TELA:
- Janela anônima em /register: preencher nome, e-mail, condomínio e enviar
- Janela normal, logado como admin: Configurações › Solicitações › Aprovar
- Terminal da API: linha “[mailer] SMTP não configurado. Senha temporária de …”
- Repetir a solicitação com o mesmo e-mail → mensagem de que já solicitou recentemente
FALA:
O registro começa na tela de cadastro. Como o sistema lida com imagens de moradores, ninguém cria conta sozinho: a pessoa envia uma solicitação de acesso com nome, e-mail e condomínio. A solicitação fica pendente. Agora entro como administrador, vou em Configurações, Solicitações, e aprovo. Nesse momento o backend cria o usuário com uma senha provisória e a envia por e-mail; como não configurei SMTP no ambiente de desenvolvimento, ela aparece aqui no terminal da API. Se eu tentar solicitar de novo com o mesmo e-mail, o sistema recusa por três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[1:30–2:30] Demo — login (erro e sucesso)
NA TELA:
- /login com senha errada → “E-mail ou senha inválidos”
- /login com a senha provisória → tela de escolher nova senha → dashboard
- DevTools › Application › Cookies: cookie “token” marcado como HttpOnly
- Sair e digitar /dashboard na barra de endereço → volta para o login
FALA:
Agora o login. Primeiro com a senha errada: a API devolve 401 e a tela mostra “E-mail ou senha inválidos”. A mensagem é a mesma para um e-mail que não existe, para não revelar quem tem conta. Com a senha provisória o login funciona, mas como é o primeiro acesso, o sistema me obriga a escolher uma nova senha, e só depois caio no dashboard. A sessão fica num cookie httpOnly: dá para ver no DevTools que o JavaScript da página não tem acesso ao token. Se eu saio e tento abrir o dashboard direto pela URL, sou mandado de volta para o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[2:30–4:15] Explicação do código
NA TELA:
- backend/src/routes/main.ts — POST /login com authLimiter; POST /requests
- controllers/auth.controller.ts — validação zod (400) e cookie httpOnly (2 h ou 7 dias)
- services/auth.service.ts — busca por e-mail, bcrypt.compare, 401 genérico, 403 conta desativada
- lib/jwt.ts — signToken / verifyToken
- middleware/require-auth.ts (+ require-manager / require-admin)
- services/user.service.ts — createUser: senha provisória em hash, mustChangePassword
- frontend/src/lib/api.ts (credentials: include) e components/RequireAuth.tsx
FALA:
Vamos ao código. O backend segue o padrão Rota, Controller, Service. No arquivo de rotas, o POST de login passa primeiro pelo authLimiter, que bloqueia o IP depois de 15 tentativas erradas em 15 minutos. No controller, o corpo é validado com zod; se o formato estiver errado, já volta 400. Com os dados válidos, ele chama o service e, no sucesso, grava o token num cookie httpOnly, que dura 7 dias se o usuário marcou “Manter sessão”. No service está a regra: busca o usuário pelo e-mail e compara a senha com bcrypt, porque no banco só existe o hash. Se algo não bate, devolve 401 com a mesma mensagem; conta desativada recebe 403. Por fim, gera o JWT com expiração de 2 horas ou 7 dias. Nas rotas protegidas, o middleware requireAuth lê o cookie, valida o token e confere se o usuário ainda existe e está ativo; requireManager e requireAdmin completam o controle por perfil. No registro, o createUser gera a senha provisória, salva só o hash e marca que a senha precisa ser trocada. No front, o apiFetch envia o cookie com credentials include, e o componente RequireAuth redireciona para o login ou para a troca de senha.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[4:15–5:00] Encerramento
NA TELA:
- Slide “Segurança em resumo”
- GitHub: issues da milestone fechadas
- Slide final
FALA:
Resumindo: senhas guardadas com bcrypt, token em cookie httpOnly com expiração, mensagens de erro que não revelam contas, limite de tentativas, controle de acesso por perfil e recuperação de senha com token de uso único guardado em hash. As issues da sprint estão no GitHub, cada uma com a descrição e os commits que a resolveram.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Fim do vídeo (fala no bloco 5, slide anterior).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nmartinss/visionhub-ai/milestone/2" TargetMode="External"/><Relationship Id="rId3" Type="http://schemas.openxmlformats.org/officeDocument/2006/relationships/hyperlink" Target="https://github.com/yanmartinss/visionhub-ai" TargetMode="External"/><Relationship Id="rId1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822960" cy="8229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8997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Autenticação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VisionHub AI · registro e login com sucesso e erro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 5 minutos: demonstração da aplicação e explicação do código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Martins de Sousa  ·  APS — Prof. Carlos Henrique Leitão  ·  02/10/2026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 e issues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3770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DE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até 02/10/2026 o sistema de autenticação do VisionHub AI — registro de usuário (solicitação de acesso + aprovação) e autenticação com tratamento de sucesso e erro, com sessão segura e rotas protegidas por perfil — e apresentá-lo em um vídeo de 5 minutos.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069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02/10/2026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621792"/>
          </a:xfrm>
          <a:prstGeom prst="roundRect">
            <a:avLst>
              <a:gd name="adj" fmla="val 882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100584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#47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100584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usuário (solicitação e aprovação)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0" y="117957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11795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63440" y="1737360"/>
            <a:ext cx="4023360" cy="621792"/>
          </a:xfrm>
          <a:prstGeom prst="roundRect">
            <a:avLst>
              <a:gd name="adj" fmla="val 882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0600" y="173736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#48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349240" y="17373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tratamento de sucesso e erro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0" y="191109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0" y="1911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63440" y="2468880"/>
            <a:ext cx="4023360" cy="621792"/>
          </a:xfrm>
          <a:prstGeom prst="roundRect">
            <a:avLst>
              <a:gd name="adj" fmla="val 882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46888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#49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349240" y="246888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JWT em cookie e rotas por perfil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772400" y="264261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0" y="26426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63440" y="3200400"/>
            <a:ext cx="4023360" cy="621792"/>
          </a:xfrm>
          <a:prstGeom prst="roundRect">
            <a:avLst>
              <a:gd name="adj" fmla="val 882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20040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#50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349240" y="320040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e troca de senha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772400" y="337413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0" y="33741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63440" y="3931920"/>
            <a:ext cx="4023360" cy="621792"/>
          </a:xfrm>
          <a:prstGeom prst="roundRect">
            <a:avLst>
              <a:gd name="adj" fmla="val 882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93192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#51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349240" y="393192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e vídeo de apresentação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7772400" y="41056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0" y="41056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do vídeo · 5 min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7772400" cy="0"/>
          </a:xfrm>
          <a:prstGeom prst="line">
            <a:avLst/>
          </a:prstGeom>
          <a:noFill/>
          <a:ln w="25400">
            <a:solidFill>
              <a:srgbClr val="C9D3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554480" cy="2103120"/>
          </a:xfrm>
          <a:prstGeom prst="roundRect">
            <a:avLst>
              <a:gd name="adj" fmla="val 35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965960"/>
            <a:ext cx="1353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0:00–0:30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o projeto, o Sprint Goal e a milestone com as issues no GitHub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67128" y="118872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6712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21408" y="1874520"/>
            <a:ext cx="1554480" cy="2103120"/>
          </a:xfrm>
          <a:prstGeom prst="roundRect">
            <a:avLst>
              <a:gd name="adj" fmla="val 35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31136" y="1965960"/>
            <a:ext cx="1353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0:30–1:30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registro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acesso → admin aprova → senha provisória no terminal → pedido repetido recusado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31336" y="118872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31336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85616" y="1874520"/>
            <a:ext cx="1554480" cy="2103120"/>
          </a:xfrm>
          <a:prstGeom prst="roundRect">
            <a:avLst>
              <a:gd name="adj" fmla="val 35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95344" y="1965960"/>
            <a:ext cx="1353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1:30–2:30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login (erro e sucesso)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errada, senha provisória, troca obrigatória, cookie httpOnly, logout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95544" y="118872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95544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49824" y="1874520"/>
            <a:ext cx="1554480" cy="2103120"/>
          </a:xfrm>
          <a:prstGeom prst="roundRect">
            <a:avLst>
              <a:gd name="adj" fmla="val 35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59552" y="1965960"/>
            <a:ext cx="1353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2:30–4:15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do código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→ controller → service, JWT, requireAuth e RBAC, createUser, guarda do front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59752" y="118872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5975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14032" y="1874520"/>
            <a:ext cx="1554480" cy="2103120"/>
          </a:xfrm>
          <a:prstGeom prst="roundRect">
            <a:avLst>
              <a:gd name="adj" fmla="val 35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1965960"/>
            <a:ext cx="1353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4:15–5:00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de segurança e issues fechadas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usuário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81328" cy="3108960"/>
          </a:xfrm>
          <a:prstGeom prst="roundRect">
            <a:avLst>
              <a:gd name="adj" fmla="val 49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20240" y="25146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7824" y="1600200"/>
            <a:ext cx="640080" cy="64008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7647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Solicitar acesso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880360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/register → POST /api/requests (zod, 5 pedidos/h por IP, 3 dias por e-mail)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39696" y="1188720"/>
            <a:ext cx="1481328" cy="3108960"/>
          </a:xfrm>
          <a:prstGeom prst="roundRect">
            <a:avLst>
              <a:gd name="adj" fmla="val 49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02736" y="25146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276856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560320" y="1600200"/>
            <a:ext cx="640080" cy="64008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176479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231136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aprova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249424" y="2880360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› Solicitações → PATCH /requests/:id/approve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822192" y="1188720"/>
            <a:ext cx="1481328" cy="3108960"/>
          </a:xfrm>
          <a:prstGeom prst="roundRect">
            <a:avLst>
              <a:gd name="adj" fmla="val 49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285232" y="25146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3959352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242816" y="1600200"/>
            <a:ext cx="640080" cy="64008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913632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Usuário criado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931920" y="2880360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createUser: senha provisória aleatória, salva em bcrypt, mustChangePassword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504688" y="1188720"/>
            <a:ext cx="1481328" cy="3108960"/>
          </a:xfrm>
          <a:prstGeom prst="roundRect">
            <a:avLst>
              <a:gd name="adj" fmla="val 49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967728" y="25146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5641848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925312" y="1600200"/>
            <a:ext cx="640080" cy="64008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1764792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596128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Senha por e-mail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614416" y="2880360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lib/mailer.ts (sem SMTP: aparece no terminal da API)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187184" y="1188720"/>
            <a:ext cx="1481328" cy="3108960"/>
          </a:xfrm>
          <a:prstGeom prst="roundRect">
            <a:avLst>
              <a:gd name="adj" fmla="val 49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324344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7607808" y="1600200"/>
            <a:ext cx="640080" cy="64008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764792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278624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 login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7296912" y="2880360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 a escolher nova senha → dashboard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cria conta sozinho: o sistema lida com imagens de moradores (LGPD).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Login: sucesso e erro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/api/login  { email, password, maintainSession }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63040" y="1371600"/>
            <a:ext cx="7223760" cy="530352"/>
          </a:xfrm>
          <a:prstGeom prst="roundRect">
            <a:avLst>
              <a:gd name="adj" fmla="val 1034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00200" y="1371600"/>
            <a:ext cx="699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   </a:t>
            </a:r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usuário + JWT em cookie httpOnly (2 h, ou 7 dias com “Manter sessão”)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2996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63040" y="2029968"/>
            <a:ext cx="7223760" cy="530352"/>
          </a:xfrm>
          <a:prstGeom prst="roundRect">
            <a:avLst>
              <a:gd name="adj" fmla="val 1034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00200" y="2029968"/>
            <a:ext cx="699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inválidos   </a:t>
            </a:r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fora do formato (zod): e-mail inválido, senha vazia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B83A3A"/>
          </a:solidFill>
          <a:ln w="12700">
            <a:solidFill>
              <a:srgbClr val="B83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8833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63040" y="2688336"/>
            <a:ext cx="7223760" cy="530352"/>
          </a:xfrm>
          <a:prstGeom prst="roundRect">
            <a:avLst>
              <a:gd name="adj" fmla="val 1034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00200" y="2688336"/>
            <a:ext cx="699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ou senha inválidos   </a:t>
            </a:r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mensagem para e-mail inexistente e senha errada (bcrypt.compare)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B83A3A"/>
          </a:solidFill>
          <a:ln w="12700">
            <a:solidFill>
              <a:srgbClr val="B83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4670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63040" y="3346704"/>
            <a:ext cx="7223760" cy="530352"/>
          </a:xfrm>
          <a:prstGeom prst="roundRect">
            <a:avLst>
              <a:gd name="adj" fmla="val 1034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00200" y="3346704"/>
            <a:ext cx="699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desativada   </a:t>
            </a:r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existe e acertou a senha, mas foi desativado pelo gestor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B83A3A"/>
          </a:solidFill>
          <a:ln w="12700">
            <a:solidFill>
              <a:srgbClr val="B8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0507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429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63040" y="4005072"/>
            <a:ext cx="7223760" cy="530352"/>
          </a:xfrm>
          <a:prstGeom prst="roundRect">
            <a:avLst>
              <a:gd name="adj" fmla="val 1034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00200" y="4005072"/>
            <a:ext cx="699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tentativas   </a:t>
            </a:r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authLimiter: 15 tentativas com falha a cada 15 min por IP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Rota → Controller →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024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routes/main.ts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 + authLimiter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/requests + requestLimiter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/ requireManager / requireAdmin nas rotas protegidas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1143000"/>
            <a:ext cx="219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1024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auth.controller.ts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82880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o corpo com zod → 400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 o service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o JWT em cookie httpOnly, sameSite=lax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833872" y="1143000"/>
            <a:ext cx="219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024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auth.service.ts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82880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usuário por e-mail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 → 401 genérico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Inativo → 403; signToken (2 h / 7 d)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29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middleware/require-auth.ts  </a:t>
            </a:r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→ verifyToken → usuário existe e está ativo, senão 401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13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lib/jwt.ts · user.service.ts  </a:t>
            </a:r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assina/valida o JWT · createUser com senha provisória em hash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970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frontend: api.ts · RequireAuth.tsx  </a:t>
            </a:r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credentials: include · redireciona para /login ou troca de senha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em resumo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3651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Senha em bcrypt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guarda só o hash; senhas de 8 a 72 caracteres.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234440"/>
            <a:ext cx="502920" cy="50292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3651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 httpOnly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JavaScript da página não lê o token; sameSite=lax.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234440"/>
            <a:ext cx="502920" cy="50292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36519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Sessão com prazo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de 2 h, ou 7 dias com “Manter sessão”.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14827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017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genérico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recuperação não revelam se o e-mail tem conta.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4612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29000" y="3017520"/>
            <a:ext cx="502920" cy="50292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759" y="3148279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17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de tentativas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falhas de login / 15 min; 5 solicitações / hora por IP.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3504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17920" y="3017520"/>
            <a:ext cx="502920" cy="50292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679" y="3148279"/>
            <a:ext cx="241402" cy="2414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017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seguro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aleatório de uso único, salvo em SHA-256, válido por 1 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31520" cy="7315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013155"/>
            <a:ext cx="351130" cy="3511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da sprint</a:t>
            </a:r>
            <a:endParaRPr lang="en-US" sz="14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github.com/yanmartinss/visionhub-ai/milestone/2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4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github.com/yanmartinss/visionhub-ai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VisionHub AI — Sistema de Autenticação (roteiro do vídeo)</dc:title>
  <dc:subject>PptxGenJS Presentation</dc:subject>
  <dc:creator>Yan Martins de Sousa</dc:creator>
  <cp:lastModifiedBy>Yan Martins de Sousa</cp:lastModifiedBy>
  <cp:revision>1</cp:revision>
  <dcterms:created xsi:type="dcterms:W3CDTF">2026-10-02T02:07:23Z</dcterms:created>
  <dcterms:modified xsi:type="dcterms:W3CDTF">2026-10-02T02:07:23Z</dcterms:modified>
</cp:coreProperties>
</file>